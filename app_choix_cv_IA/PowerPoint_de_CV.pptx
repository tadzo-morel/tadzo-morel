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2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81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8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7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82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27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1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7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2048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414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6559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80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9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8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07067" y="1272210"/>
            <a:ext cx="7766936" cy="1669774"/>
          </a:xfrm>
        </p:spPr>
        <p:txBody>
          <a:bodyPr/>
          <a:lstStyle/>
          <a:p>
            <a:r>
              <a:rPr lang="fr-CM" dirty="0" smtClean="0"/>
              <a:t> </a:t>
            </a:r>
            <a:r>
              <a:rPr lang="fr-CM" dirty="0">
                <a:solidFill>
                  <a:schemeClr val="tx1"/>
                </a:solidFill>
              </a:rPr>
              <a:t>Système intelligent de sélection de CV par IA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96165" y="3180522"/>
            <a:ext cx="7877991" cy="3339547"/>
          </a:xfrm>
        </p:spPr>
        <p:txBody>
          <a:bodyPr/>
          <a:lstStyle/>
          <a:p>
            <a:r>
              <a:rPr lang="fr-CM" dirty="0">
                <a:solidFill>
                  <a:schemeClr val="tx1"/>
                </a:solidFill>
              </a:rPr>
              <a:t>Automatisation et gain de temps pour le </a:t>
            </a:r>
            <a:r>
              <a:rPr lang="fr-CM" dirty="0" smtClean="0">
                <a:solidFill>
                  <a:schemeClr val="tx1"/>
                </a:solidFill>
              </a:rPr>
              <a:t>recrutement</a:t>
            </a:r>
          </a:p>
          <a:p>
            <a:r>
              <a:rPr lang="fr-CM" dirty="0" smtClean="0">
                <a:solidFill>
                  <a:schemeClr val="tx1"/>
                </a:solidFill>
              </a:rPr>
              <a:t>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45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417983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92D050"/>
                </a:solidFill>
              </a:rPr>
              <a:t>           Projet INF 365</a:t>
            </a:r>
            <a:r>
              <a:rPr lang="fr-FR" dirty="0" smtClean="0">
                <a:solidFill>
                  <a:schemeClr val="tx1"/>
                </a:solidFill>
              </a:rPr>
              <a:t/>
            </a:r>
            <a:br>
              <a:rPr lang="fr-FR" dirty="0" smtClean="0">
                <a:solidFill>
                  <a:schemeClr val="tx1"/>
                </a:solidFill>
              </a:rPr>
            </a:br>
            <a:r>
              <a:rPr lang="fr-FR" dirty="0" err="1" smtClean="0">
                <a:solidFill>
                  <a:schemeClr val="tx1"/>
                </a:solidFill>
              </a:rPr>
              <a:t>Realiser</a:t>
            </a:r>
            <a:r>
              <a:rPr lang="fr-FR" dirty="0" smtClean="0">
                <a:solidFill>
                  <a:schemeClr val="tx1"/>
                </a:solidFill>
              </a:rPr>
              <a:t> par: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58064" y="2558154"/>
            <a:ext cx="8596668" cy="3880773"/>
          </a:xfrm>
        </p:spPr>
        <p:txBody>
          <a:bodyPr/>
          <a:lstStyle/>
          <a:p>
            <a:r>
              <a:rPr lang="en-US" dirty="0" smtClean="0"/>
              <a:t>1. TADOUM </a:t>
            </a:r>
            <a:r>
              <a:rPr lang="en-US" dirty="0"/>
              <a:t>NGANWOUA YVES FRANKLIN  23S87891 SIA</a:t>
            </a:r>
            <a:endParaRPr lang="en-US" dirty="0" smtClean="0"/>
          </a:p>
          <a:p>
            <a:r>
              <a:rPr lang="fr-FR" dirty="0" smtClean="0"/>
              <a:t>2. </a:t>
            </a:r>
            <a:r>
              <a:rPr lang="pt-BR" dirty="0"/>
              <a:t>TCHOUENTOU DEUGOUE KLORINCIA MEGANE 22S76803 DAP</a:t>
            </a:r>
            <a:endParaRPr lang="fr-FR" dirty="0" smtClean="0"/>
          </a:p>
          <a:p>
            <a:r>
              <a:rPr lang="fr-FR" dirty="0" smtClean="0"/>
              <a:t>3. KENNE TADZO MOREL AIME  23S86218 DAP</a:t>
            </a:r>
          </a:p>
          <a:p>
            <a:r>
              <a:rPr lang="fr-FR" dirty="0" smtClean="0"/>
              <a:t>4.</a:t>
            </a:r>
            <a:r>
              <a:rPr lang="it-IT" dirty="0"/>
              <a:t> FOBASSO TALLA MICHEL ÉRIC SSR 23S86045</a:t>
            </a:r>
            <a:endParaRPr lang="fr-FR" dirty="0" smtClean="0"/>
          </a:p>
          <a:p>
            <a:r>
              <a:rPr lang="fr-FR" dirty="0"/>
              <a:t>5. MAHAMAT ASSILECK MASSAR </a:t>
            </a:r>
            <a:r>
              <a:rPr lang="fr-FR" dirty="0" smtClean="0"/>
              <a:t>SSR 23S91223</a:t>
            </a:r>
          </a:p>
          <a:p>
            <a:endParaRPr lang="fr-FR" dirty="0" smtClean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5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 smtClean="0"/>
              <a:t>    Contexte Et </a:t>
            </a:r>
            <a:r>
              <a:rPr lang="fr-CM" b="1" dirty="0"/>
              <a:t>Problématique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M" dirty="0"/>
              <a:t>Le recrutement est un processus </a:t>
            </a:r>
            <a:r>
              <a:rPr lang="fr-CM" b="1" dirty="0"/>
              <a:t>long et coûteux</a:t>
            </a:r>
            <a:endParaRPr lang="en-US" dirty="0"/>
          </a:p>
          <a:p>
            <a:pPr lvl="0"/>
            <a:r>
              <a:rPr lang="fr-CM" dirty="0"/>
              <a:t>Les entreprises reçoivent </a:t>
            </a:r>
            <a:r>
              <a:rPr lang="fr-CM" b="1" dirty="0"/>
              <a:t>des dizaines voire centaines de CV</a:t>
            </a:r>
            <a:endParaRPr lang="en-US" dirty="0"/>
          </a:p>
          <a:p>
            <a:pPr lvl="0"/>
            <a:r>
              <a:rPr lang="fr-CM" dirty="0"/>
              <a:t>Analyse manuelle = </a:t>
            </a:r>
            <a:r>
              <a:rPr lang="fr-CM" b="1" dirty="0"/>
              <a:t>fatigue + erreurs + perte de temps</a:t>
            </a:r>
            <a:endParaRPr lang="en-US" dirty="0"/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3392557"/>
            <a:ext cx="8241379" cy="346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7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Difficulté concrète du tri des CV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5022089"/>
          </a:xfrm>
        </p:spPr>
        <p:txBody>
          <a:bodyPr/>
          <a:lstStyle/>
          <a:p>
            <a:pPr lvl="0"/>
            <a:r>
              <a:rPr lang="en-US" dirty="0"/>
              <a:t>CV </a:t>
            </a:r>
            <a:r>
              <a:rPr lang="en-US" dirty="0" err="1"/>
              <a:t>souvent</a:t>
            </a:r>
            <a:r>
              <a:rPr lang="en-US" dirty="0"/>
              <a:t> sous </a:t>
            </a:r>
            <a:r>
              <a:rPr lang="en-US" b="1" dirty="0"/>
              <a:t>formats </a:t>
            </a:r>
            <a:r>
              <a:rPr lang="en-US" b="1" dirty="0" err="1"/>
              <a:t>différents</a:t>
            </a:r>
            <a:endParaRPr lang="en-US" dirty="0"/>
          </a:p>
          <a:p>
            <a:pPr lvl="0"/>
            <a:r>
              <a:rPr lang="en-US" dirty="0" err="1"/>
              <a:t>Contenu</a:t>
            </a:r>
            <a:r>
              <a:rPr lang="en-US" dirty="0"/>
              <a:t> non </a:t>
            </a:r>
            <a:r>
              <a:rPr lang="en-US" dirty="0" err="1"/>
              <a:t>structuré</a:t>
            </a:r>
            <a:endParaRPr lang="en-US" dirty="0"/>
          </a:p>
          <a:p>
            <a:pPr lvl="0"/>
            <a:r>
              <a:rPr lang="en-US" dirty="0" err="1"/>
              <a:t>Comparaison</a:t>
            </a:r>
            <a:r>
              <a:rPr lang="en-US" dirty="0"/>
              <a:t> difficile entre </a:t>
            </a:r>
            <a:r>
              <a:rPr lang="en-US" dirty="0" err="1"/>
              <a:t>candidats</a:t>
            </a:r>
            <a:endParaRPr lang="en-US" sz="1600" dirty="0"/>
          </a:p>
          <a:p>
            <a:pPr lvl="0"/>
            <a:r>
              <a:rPr lang="en-US" dirty="0"/>
              <a:t>⏱️ </a:t>
            </a:r>
            <a:r>
              <a:rPr lang="en-US" dirty="0" err="1"/>
              <a:t>Exemple</a:t>
            </a:r>
            <a:r>
              <a:rPr lang="en-US" dirty="0"/>
              <a:t> :</a:t>
            </a:r>
            <a:endParaRPr lang="en-US" sz="1600" dirty="0"/>
          </a:p>
          <a:p>
            <a:pPr lvl="1"/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manuelle</a:t>
            </a:r>
            <a:r>
              <a:rPr lang="en-US" dirty="0"/>
              <a:t> : </a:t>
            </a:r>
            <a:r>
              <a:rPr lang="en-US" b="1" dirty="0"/>
              <a:t>~10 </a:t>
            </a:r>
            <a:r>
              <a:rPr lang="en-US" b="1" dirty="0" err="1"/>
              <a:t>heures</a:t>
            </a:r>
            <a:endParaRPr lang="en-US" sz="1400" dirty="0"/>
          </a:p>
          <a:p>
            <a:pPr lvl="1"/>
            <a:r>
              <a:rPr lang="en-US" dirty="0" err="1"/>
              <a:t>Analyse</a:t>
            </a:r>
            <a:r>
              <a:rPr lang="en-US" dirty="0"/>
              <a:t> avec IA : </a:t>
            </a:r>
            <a:r>
              <a:rPr lang="en-US" b="1" dirty="0"/>
              <a:t>~1 </a:t>
            </a:r>
            <a:r>
              <a:rPr lang="en-US" b="1" dirty="0" err="1" smtClean="0"/>
              <a:t>heure</a:t>
            </a:r>
            <a:endParaRPr lang="en-US" b="1" dirty="0" smtClean="0"/>
          </a:p>
          <a:p>
            <a:pPr lvl="1"/>
            <a:endParaRPr lang="en-US" sz="1400" dirty="0"/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365" y="1872974"/>
            <a:ext cx="480127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 smtClean="0"/>
              <a:t>   Solution </a:t>
            </a:r>
            <a:r>
              <a:rPr lang="fr-CM" b="1" dirty="0"/>
              <a:t>proposée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M" dirty="0"/>
              <a:t>Application de </a:t>
            </a:r>
            <a:r>
              <a:rPr lang="fr-CM" b="1" dirty="0"/>
              <a:t>sélection intelligente de CV</a:t>
            </a:r>
            <a:endParaRPr lang="en-US" dirty="0"/>
          </a:p>
          <a:p>
            <a:pPr lvl="0"/>
            <a:r>
              <a:rPr lang="en-US" dirty="0" err="1"/>
              <a:t>Basée</a:t>
            </a:r>
            <a:r>
              <a:rPr lang="en-US" dirty="0"/>
              <a:t> sur </a:t>
            </a:r>
            <a:r>
              <a:rPr lang="en-US" dirty="0" err="1"/>
              <a:t>l’</a:t>
            </a:r>
            <a:r>
              <a:rPr lang="en-US" b="1" dirty="0" err="1"/>
              <a:t>Intelligence</a:t>
            </a:r>
            <a:r>
              <a:rPr lang="en-US" b="1" dirty="0"/>
              <a:t> </a:t>
            </a:r>
            <a:r>
              <a:rPr lang="en-US" b="1" dirty="0" err="1"/>
              <a:t>Artificielle</a:t>
            </a:r>
            <a:endParaRPr lang="en-US" dirty="0"/>
          </a:p>
          <a:p>
            <a:pPr lvl="0"/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 dirty="0"/>
              <a:t> des CV </a:t>
            </a:r>
            <a:r>
              <a:rPr lang="en-US" dirty="0" err="1"/>
              <a:t>numériques</a:t>
            </a:r>
            <a:endParaRPr lang="en-US" dirty="0"/>
          </a:p>
          <a:p>
            <a:pPr lvl="0"/>
            <a:r>
              <a:rPr lang="fr-CM" dirty="0"/>
              <a:t>Aide à la décision pour les recruteurs</a:t>
            </a:r>
            <a:endParaRPr lang="en-US" dirty="0"/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5" y="3747919"/>
            <a:ext cx="8892208" cy="295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6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Architecture générale de l’application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Dataset : </a:t>
            </a:r>
            <a:r>
              <a:rPr lang="en-US" dirty="0" err="1" smtClean="0"/>
              <a:t>Kaggle</a:t>
            </a:r>
            <a:endParaRPr lang="en-US" dirty="0" smtClean="0"/>
          </a:p>
          <a:p>
            <a:pPr lvl="0"/>
            <a:r>
              <a:rPr lang="en-US" dirty="0" smtClean="0"/>
              <a:t>Backend : Python + Flask</a:t>
            </a:r>
          </a:p>
          <a:p>
            <a:pPr lvl="0"/>
            <a:r>
              <a:rPr lang="en-US" dirty="0" err="1" smtClean="0"/>
              <a:t>Modèle</a:t>
            </a:r>
            <a:r>
              <a:rPr lang="en-US" dirty="0" smtClean="0"/>
              <a:t> IA : </a:t>
            </a:r>
            <a:r>
              <a:rPr lang="en-US" dirty="0" err="1" smtClean="0"/>
              <a:t>entraînement</a:t>
            </a:r>
            <a:r>
              <a:rPr lang="en-US" dirty="0" smtClean="0"/>
              <a:t> ML</a:t>
            </a:r>
          </a:p>
          <a:p>
            <a:pPr lvl="0"/>
            <a:r>
              <a:rPr lang="en-US" dirty="0" smtClean="0"/>
              <a:t>API / Endpoints</a:t>
            </a:r>
          </a:p>
          <a:p>
            <a:pPr lvl="0"/>
            <a:r>
              <a:rPr lang="en-US" dirty="0" smtClean="0"/>
              <a:t>Frontend : React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8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Récupération des données (</a:t>
            </a:r>
            <a:r>
              <a:rPr lang="fr-CM" b="1" dirty="0" err="1"/>
              <a:t>Kaggle</a:t>
            </a:r>
            <a:r>
              <a:rPr lang="fr-CM" b="1" dirty="0"/>
              <a:t>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Source : </a:t>
            </a:r>
            <a:r>
              <a:rPr lang="en-US" dirty="0" err="1"/>
              <a:t>Kaggle</a:t>
            </a:r>
            <a:endParaRPr lang="en-US" dirty="0"/>
          </a:p>
          <a:p>
            <a:pPr lvl="0"/>
            <a:r>
              <a:rPr lang="en-US" dirty="0"/>
              <a:t>Dataset de CV / </a:t>
            </a:r>
            <a:r>
              <a:rPr lang="en-US" dirty="0" err="1"/>
              <a:t>profils</a:t>
            </a:r>
            <a:r>
              <a:rPr lang="en-US" dirty="0"/>
              <a:t> </a:t>
            </a:r>
            <a:r>
              <a:rPr lang="en-US" dirty="0" err="1"/>
              <a:t>professionnels</a:t>
            </a:r>
            <a:endParaRPr lang="en-US" dirty="0"/>
          </a:p>
          <a:p>
            <a:pPr lvl="0"/>
            <a:r>
              <a:rPr lang="fr-CM" dirty="0"/>
              <a:t>Données textuelles (</a:t>
            </a:r>
            <a:r>
              <a:rPr lang="fr-CM" dirty="0" err="1"/>
              <a:t>skills</a:t>
            </a:r>
            <a:r>
              <a:rPr lang="fr-CM" dirty="0"/>
              <a:t>, expériences, formations)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35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Prétraitement des données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Nettoyage</a:t>
            </a:r>
            <a:r>
              <a:rPr lang="en-US" dirty="0"/>
              <a:t> des </a:t>
            </a:r>
            <a:r>
              <a:rPr lang="en-US" dirty="0" err="1"/>
              <a:t>données</a:t>
            </a:r>
            <a:endParaRPr lang="en-US" dirty="0"/>
          </a:p>
          <a:p>
            <a:pPr lvl="0"/>
            <a:r>
              <a:rPr lang="en-US" dirty="0"/>
              <a:t>Suppression des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inutiles</a:t>
            </a:r>
            <a:endParaRPr lang="en-US" dirty="0"/>
          </a:p>
          <a:p>
            <a:pPr lvl="0"/>
            <a:r>
              <a:rPr lang="en-US" dirty="0" err="1"/>
              <a:t>Normalisation</a:t>
            </a:r>
            <a:r>
              <a:rPr lang="en-US" dirty="0"/>
              <a:t> du </a:t>
            </a:r>
            <a:r>
              <a:rPr lang="en-US" dirty="0" err="1"/>
              <a:t>texte</a:t>
            </a:r>
            <a:endParaRPr lang="en-US" dirty="0"/>
          </a:p>
          <a:p>
            <a:pPr lvl="0"/>
            <a:r>
              <a:rPr lang="fr-CM" dirty="0"/>
              <a:t>Vectorisation (TF-IDF / </a:t>
            </a:r>
            <a:r>
              <a:rPr lang="fr-CM" dirty="0" err="1"/>
              <a:t>embeddings</a:t>
            </a:r>
            <a:r>
              <a:rPr lang="fr-CM" dirty="0"/>
              <a:t>, selon ton cas)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95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Entraînement du modèle IA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Choix</a:t>
            </a:r>
            <a:r>
              <a:rPr lang="en-US" dirty="0"/>
              <a:t> du </a:t>
            </a:r>
            <a:r>
              <a:rPr lang="en-US" dirty="0" err="1" smtClean="0"/>
              <a:t>modèle</a:t>
            </a:r>
            <a:r>
              <a:rPr lang="en-US" dirty="0" smtClean="0"/>
              <a:t>: Random Forest</a:t>
            </a:r>
            <a:endParaRPr lang="en-US" dirty="0"/>
          </a:p>
          <a:p>
            <a:pPr lvl="0"/>
            <a:r>
              <a:rPr lang="en-US" dirty="0"/>
              <a:t>Phase </a:t>
            </a:r>
            <a:r>
              <a:rPr lang="en-US" dirty="0" err="1"/>
              <a:t>d’entraînement</a:t>
            </a:r>
            <a:endParaRPr lang="en-US" dirty="0"/>
          </a:p>
          <a:p>
            <a:pPr lvl="0"/>
            <a:r>
              <a:rPr lang="en-US" dirty="0"/>
              <a:t>Phase de test et validation</a:t>
            </a:r>
          </a:p>
          <a:p>
            <a:pPr lvl="0"/>
            <a:r>
              <a:rPr lang="en-US" dirty="0" err="1"/>
              <a:t>Résultats</a:t>
            </a:r>
            <a:r>
              <a:rPr lang="en-US" dirty="0"/>
              <a:t> </a:t>
            </a:r>
            <a:r>
              <a:rPr lang="en-US" dirty="0" err="1" smtClean="0"/>
              <a:t>obtenus</a:t>
            </a:r>
            <a:endParaRPr lang="en-US" dirty="0" smtClean="0"/>
          </a:p>
          <a:p>
            <a:pPr lvl="0"/>
            <a:endParaRPr lang="en-US" dirty="0"/>
          </a:p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21" y="3790122"/>
            <a:ext cx="9240540" cy="30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5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Extraction des données avec </a:t>
            </a:r>
            <a:r>
              <a:rPr lang="fr-CM" b="1" dirty="0" err="1"/>
              <a:t>Flask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M" dirty="0"/>
              <a:t>Utilisation de </a:t>
            </a:r>
            <a:r>
              <a:rPr lang="fr-CM" b="1" dirty="0" err="1"/>
              <a:t>Flask</a:t>
            </a:r>
            <a:r>
              <a:rPr lang="fr-CM" dirty="0"/>
              <a:t> pour le </a:t>
            </a:r>
            <a:r>
              <a:rPr lang="fr-CM" dirty="0" err="1"/>
              <a:t>backend</a:t>
            </a:r>
            <a:endParaRPr lang="en-US" dirty="0"/>
          </a:p>
          <a:p>
            <a:pPr lvl="0"/>
            <a:r>
              <a:rPr lang="en-US" dirty="0"/>
              <a:t>Extraction des </a:t>
            </a:r>
            <a:r>
              <a:rPr lang="en-US" dirty="0" err="1"/>
              <a:t>informations</a:t>
            </a:r>
            <a:r>
              <a:rPr lang="en-US" dirty="0"/>
              <a:t> du dataset</a:t>
            </a:r>
          </a:p>
          <a:p>
            <a:pPr lvl="0"/>
            <a:r>
              <a:rPr lang="en-US" dirty="0" err="1"/>
              <a:t>Traitement</a:t>
            </a:r>
            <a:r>
              <a:rPr lang="en-US" dirty="0"/>
              <a:t> </a:t>
            </a:r>
            <a:r>
              <a:rPr lang="en-US" dirty="0" err="1"/>
              <a:t>côté</a:t>
            </a:r>
            <a:r>
              <a:rPr lang="en-US" dirty="0"/>
              <a:t> </a:t>
            </a:r>
            <a:r>
              <a:rPr lang="en-US" dirty="0" err="1"/>
              <a:t>serveur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7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/>
              <a:t>API </a:t>
            </a:r>
            <a:r>
              <a:rPr lang="fr-CM" b="1" smtClean="0"/>
              <a:t>ET  </a:t>
            </a:r>
            <a:r>
              <a:rPr lang="fr-CM" b="1" dirty="0" err="1"/>
              <a:t>Endpoints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Endpoints REST</a:t>
            </a:r>
          </a:p>
          <a:p>
            <a:pPr lvl="0"/>
            <a:r>
              <a:rPr lang="en-US" dirty="0"/>
              <a:t>Envoi du CV</a:t>
            </a:r>
          </a:p>
          <a:p>
            <a:pPr lvl="0"/>
            <a:r>
              <a:rPr lang="en-US" dirty="0" err="1"/>
              <a:t>Réponse</a:t>
            </a:r>
            <a:r>
              <a:rPr lang="en-US" dirty="0"/>
              <a:t> : score / </a:t>
            </a:r>
            <a:r>
              <a:rPr lang="en-US" dirty="0" err="1"/>
              <a:t>analyse</a:t>
            </a:r>
            <a:endParaRPr lang="en-US" dirty="0"/>
          </a:p>
          <a:p>
            <a:pPr lvl="0"/>
            <a:r>
              <a:rPr lang="en-US" dirty="0"/>
              <a:t>Communication Front ↔ Backend</a:t>
            </a:r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27" y="4450179"/>
            <a:ext cx="7087589" cy="296268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27" y="4602579"/>
            <a:ext cx="7087589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1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 err="1"/>
              <a:t>Frontend</a:t>
            </a:r>
            <a:r>
              <a:rPr lang="fr-CM" b="1" dirty="0"/>
              <a:t> avec </a:t>
            </a:r>
            <a:r>
              <a:rPr lang="fr-CM" b="1" dirty="0" err="1"/>
              <a:t>React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Interface </a:t>
            </a:r>
            <a:r>
              <a:rPr lang="en-US" dirty="0" err="1"/>
              <a:t>utilisateur</a:t>
            </a:r>
            <a:r>
              <a:rPr lang="en-US" dirty="0"/>
              <a:t> intuitive</a:t>
            </a:r>
          </a:p>
          <a:p>
            <a:pPr lvl="0"/>
            <a:r>
              <a:rPr lang="en-US" dirty="0"/>
              <a:t>Upload de CV</a:t>
            </a:r>
          </a:p>
          <a:p>
            <a:pPr lvl="0"/>
            <a:r>
              <a:rPr lang="en-US" dirty="0" err="1"/>
              <a:t>Affichage</a:t>
            </a:r>
            <a:r>
              <a:rPr lang="en-US" dirty="0"/>
              <a:t> des </a:t>
            </a:r>
            <a:r>
              <a:rPr lang="en-US" dirty="0" err="1"/>
              <a:t>résultats</a:t>
            </a:r>
            <a:endParaRPr lang="en-US" dirty="0"/>
          </a:p>
          <a:p>
            <a:pPr lvl="0"/>
            <a:r>
              <a:rPr lang="en-US" dirty="0"/>
              <a:t>Communication avec </a:t>
            </a:r>
            <a:r>
              <a:rPr lang="en-US" dirty="0" err="1"/>
              <a:t>l’API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Application </a:t>
            </a:r>
            <a:r>
              <a:rPr lang="fr-CM" b="1" dirty="0" smtClean="0"/>
              <a:t>opérationnelle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8" y="1736036"/>
            <a:ext cx="9329530" cy="4929808"/>
          </a:xfrm>
        </p:spPr>
      </p:pic>
    </p:spTree>
    <p:extLst>
      <p:ext uri="{BB962C8B-B14F-4D97-AF65-F5344CB8AC3E}">
        <p14:creationId xmlns:p14="http://schemas.microsoft.com/office/powerpoint/2010/main" val="406661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Limites actuelles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M" dirty="0"/>
              <a:t>Analyse d’un seul CV à la fois</a:t>
            </a:r>
            <a:endParaRPr lang="en-US" dirty="0"/>
          </a:p>
          <a:p>
            <a:pPr lvl="0"/>
            <a:r>
              <a:rPr lang="en-US" dirty="0"/>
              <a:t>Dataset </a:t>
            </a:r>
            <a:r>
              <a:rPr lang="en-US" dirty="0" err="1"/>
              <a:t>limité</a:t>
            </a:r>
            <a:endParaRPr lang="en-US" dirty="0"/>
          </a:p>
          <a:p>
            <a:pPr lvl="0"/>
            <a:r>
              <a:rPr lang="en-US" dirty="0" err="1"/>
              <a:t>Possibilités</a:t>
            </a:r>
            <a:r>
              <a:rPr lang="en-US" dirty="0"/>
              <a:t> </a:t>
            </a:r>
            <a:r>
              <a:rPr lang="en-US" dirty="0" err="1"/>
              <a:t>d’amélioration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0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Améliorations futures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M" dirty="0"/>
              <a:t> </a:t>
            </a:r>
            <a:endParaRPr lang="en-US" dirty="0"/>
          </a:p>
          <a:p>
            <a:pPr lvl="0"/>
            <a:r>
              <a:rPr lang="en-US" dirty="0" err="1"/>
              <a:t>Analyse</a:t>
            </a:r>
            <a:r>
              <a:rPr lang="en-US" dirty="0"/>
              <a:t> de </a:t>
            </a:r>
            <a:r>
              <a:rPr lang="en-US" dirty="0" err="1"/>
              <a:t>plusieurs</a:t>
            </a:r>
            <a:r>
              <a:rPr lang="en-US" dirty="0"/>
              <a:t> CV </a:t>
            </a:r>
            <a:r>
              <a:rPr lang="en-US" dirty="0" err="1"/>
              <a:t>simultanément</a:t>
            </a:r>
            <a:endParaRPr lang="en-US" dirty="0"/>
          </a:p>
          <a:p>
            <a:pPr lvl="0"/>
            <a:r>
              <a:rPr lang="en-US" dirty="0" err="1"/>
              <a:t>Classement</a:t>
            </a:r>
            <a:r>
              <a:rPr lang="en-US" dirty="0"/>
              <a:t> </a:t>
            </a:r>
            <a:r>
              <a:rPr lang="en-US" dirty="0" err="1"/>
              <a:t>automatique</a:t>
            </a:r>
            <a:endParaRPr lang="en-US" dirty="0"/>
          </a:p>
          <a:p>
            <a:pPr lvl="0"/>
            <a:r>
              <a:rPr lang="fr-CM" dirty="0"/>
              <a:t>Ajout d’autres critères (soft </a:t>
            </a:r>
            <a:r>
              <a:rPr lang="fr-CM" dirty="0" err="1"/>
              <a:t>skills</a:t>
            </a:r>
            <a:r>
              <a:rPr lang="fr-CM" dirty="0"/>
              <a:t>)</a:t>
            </a:r>
            <a:endParaRPr lang="en-US" dirty="0"/>
          </a:p>
          <a:p>
            <a:pPr lvl="0"/>
            <a:r>
              <a:rPr lang="en-US" dirty="0" err="1"/>
              <a:t>Déploiement</a:t>
            </a:r>
            <a:r>
              <a:rPr lang="en-US" dirty="0"/>
              <a:t> cloud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35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Conclusion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                 Gain </a:t>
            </a:r>
            <a:r>
              <a:rPr lang="en-US" dirty="0"/>
              <a:t>de temps </a:t>
            </a:r>
            <a:r>
              <a:rPr lang="en-US" dirty="0" err="1"/>
              <a:t>significatif</a:t>
            </a:r>
            <a:endParaRPr lang="en-US" dirty="0"/>
          </a:p>
          <a:p>
            <a:pPr lvl="0"/>
            <a:r>
              <a:rPr lang="fr-CM" dirty="0" smtClean="0"/>
              <a:t>                 Aide </a:t>
            </a:r>
            <a:r>
              <a:rPr lang="fr-CM" dirty="0"/>
              <a:t>à la prise de décision</a:t>
            </a:r>
            <a:endParaRPr lang="en-US" dirty="0"/>
          </a:p>
          <a:p>
            <a:pPr lvl="0"/>
            <a:r>
              <a:rPr lang="en-US" dirty="0" smtClean="0"/>
              <a:t>                 </a:t>
            </a:r>
            <a:r>
              <a:rPr lang="en-US" dirty="0" smtClean="0"/>
              <a:t>Aide </a:t>
            </a:r>
            <a:r>
              <a:rPr lang="en-US" dirty="0"/>
              <a:t>au service du </a:t>
            </a:r>
            <a:r>
              <a:rPr lang="en-US" dirty="0" err="1"/>
              <a:t>recrutement</a:t>
            </a:r>
            <a:endParaRPr lang="en-US" dirty="0"/>
          </a:p>
          <a:p>
            <a:pPr lvl="0"/>
            <a:r>
              <a:rPr lang="en-US" b="1" dirty="0" smtClean="0"/>
              <a:t>                   Merci </a:t>
            </a:r>
            <a:r>
              <a:rPr lang="en-US" b="1" dirty="0"/>
              <a:t>de </a:t>
            </a:r>
            <a:r>
              <a:rPr lang="en-US" b="1" dirty="0" err="1"/>
              <a:t>votre</a:t>
            </a:r>
            <a:r>
              <a:rPr lang="en-US" b="1" dirty="0"/>
              <a:t> attention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74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355</Words>
  <Application>Microsoft Office PowerPoint</Application>
  <PresentationFormat>Grand écran</PresentationFormat>
  <Paragraphs>77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Facette</vt:lpstr>
      <vt:lpstr> Système intelligent de sélection de CV par IA</vt:lpstr>
      <vt:lpstr>           Projet INF 365 Realiser par:</vt:lpstr>
      <vt:lpstr>    Contexte Et Problématique</vt:lpstr>
      <vt:lpstr>Difficulté concrète du tri des CV</vt:lpstr>
      <vt:lpstr>   Solution proposée</vt:lpstr>
      <vt:lpstr>Architecture générale de l’application</vt:lpstr>
      <vt:lpstr>Récupération des données (Kaggle)</vt:lpstr>
      <vt:lpstr>Prétraitement des données</vt:lpstr>
      <vt:lpstr>Entraînement du modèle IA</vt:lpstr>
      <vt:lpstr>Extraction des données avec Flask</vt:lpstr>
      <vt:lpstr>API ET  Endpoints</vt:lpstr>
      <vt:lpstr>Frontend avec React</vt:lpstr>
      <vt:lpstr>Application opérationnelle</vt:lpstr>
      <vt:lpstr>Limites actuelles</vt:lpstr>
      <vt:lpstr>Améliorations futures</vt:lpstr>
      <vt:lpstr>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intelligent de sélection de CV par IA</dc:title>
  <dc:creator>morel tadzo</dc:creator>
  <cp:lastModifiedBy>morel tadzo</cp:lastModifiedBy>
  <cp:revision>9</cp:revision>
  <dcterms:created xsi:type="dcterms:W3CDTF">2026-01-09T05:06:21Z</dcterms:created>
  <dcterms:modified xsi:type="dcterms:W3CDTF">2026-01-09T10:06:52Z</dcterms:modified>
</cp:coreProperties>
</file>